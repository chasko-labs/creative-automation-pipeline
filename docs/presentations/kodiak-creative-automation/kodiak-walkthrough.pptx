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contract: a single campaign brief fans out to every market, ratio, and language. Say plainly: the pipeline never invents brand truth, it stages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the resting page first with no clicks: five export sizes plus baked EN/ES/PT copy prove offline-first before any generate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weekly loop: Maya writes Monday, Diego shares, Priya watches taps, Friday the win becomes a training row the next run suggests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Caveat on stage: persona docs say 23 baselines but the file holds 503 rows. Reframe as 23 heroes plus hundreds of localized drafts until docs are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tokens to pixels live: kodiak.json is the source of truth, compose draws layout, compliance votes pass or fail. The model never touches logo or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the ladder: rung D is a deterministic brand floor, so generate never fails open. Nova Canvas is legacy-flagged; the proof run is still open (#51).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map left to right: static site, path-behavior fan-out, container Lambda, DAM plus tables plus vectors. Pre-warm was removed after the $38/day incident.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the contract: same JSON in CLI, API, and MCP. Callable or not shippable; no mock-as-success anywhere on this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tradeoff explicit: the Gateway cap is fixed, so preview buys immediacy and jobs buy completeness. Never hold a sync call past the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cost story honestly: the $38/day lesson is why cache plus run-to-completion plus voice-flag-off are defaults, not options.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limits as design: the static host stays dumb and fast, the API does the thinking, and copy law means a missing translation degrades loudly.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reviewers a box that works in a dead venue: launcher, docs, code, video. The send/get ledger shows exactly what was sent and what came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reading order, not the whole tree: pipeline first, then generate, compose, localize, retailers. Doc-as-code headers in compose say the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on the cache win: repeat renders stop paying Bedrock twice. Name what is live versus pending so the room trusts the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loop to the backlog: every next item names its issue number. Blocked means blocked, with the rights reason stated, not hidden.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invitation: one runnable command, one reading path, one question back to the room. Thank them and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