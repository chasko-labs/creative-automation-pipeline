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30-second contract: what it is (one brief fans out to every market, ratio, language), what good looks like (launch-ready in 10 min; the model never invents brand truth). Roles preview cut; S03 introduces the three roles.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the resting page first with no clicks: five export sizes plus baked EN/ES/PT copy prove offline-first before any generate call. Fallback per demo: if generate dies, the resting render still proves offline-first; name the reviewer ZIP as the take-home that works with no wifi. Gate defined on-slide: a demo pass is a courtesy screen, not a password.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weekly loop: the brand manager writes Monday, the field ambassador shares, the performance lead watches taps, Friday the win becomes a training row the next run suggests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 on stage: persona docs say 23 baselines but the file holds 503 rows. Reframe as 23 hero originals plus hundreds of localized drafts until docs are fixed. Census percentages (US Census ACS) drive the three copy variants per market.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tokens to pixels live: kodiak.json is the source of truth, compose draws layout, compliance votes pass or fail. The model never touches logo or type. Refusal history (gh#251, Sep 4-8, removal Sep 8) lives in notes only; surviving law: no named-person themes, retired-name scrub, match-or-abstain with the theme-mismatch flag, bear law, mascot-lock identity pattern.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ladder: rung D is a guaranteed fallback tile, so generate always returns a finished tile and never fails open with an error. Outputs per run (report.json plus jsonl plus preview.html) and the localize chain (Nova Micro, Translate, offline dict, tagged fallback) in notes. Nova Canvas is legacy-flagged; the proof run is still open (#51).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map left to right: art store, container Lambda, tables plus vectors. Hosting detail (prod imported in place plus dev mirror, API routes from the ApiGw origin) moves to the next slide; spec recitation stays out of the spoken line. Pre-warm was removed after the 2026-09-23 ~$38/day imported-model incident (lower of two unreconciled repo figures; range $38-82/day).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contract: same JSON in CLI, API, and MCP. Callable or not shippable; no mock-as-success anywhere on this surface. AgentCore detail (6 thin tools over finished units) and hashes in notes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tradeoff explicit: the Gateway cap is fixed, so preview buys immediacy and jobs buy completeness. Past incident (cold-model serial chain past the wall, wall went gateway-correct 26s) in notes. Sync only serves guaranteed fallback tiles; everything real goes through the queue. Transition: each tile costs money. Run: show a cached re-render at 0 invokes.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cost story honestly: a full incident day 2026-09-23, six hardening commits (4575cfd cost stop, ac62017 voice gate, 0172e2d hardening, 351f6c2 prewarm deleted, 6c25386 IAM narrow, bdfa2e3 inference profile). Everything expensive is off by default with per-request opt-in. September ledger ($245 warm-time vs $17 image spend) and Canvas proof (#51) in notes; gate billing rides on the S02 demo-pass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limits as design: the static host stays dumb and fast, the API does the thinking, and copy law means a missing translation degrades loudly. Upload live PR#48, orchestration pending inside epic #37. Demo graceful degradation live, never silent invention. Transition: hand them the box. Run: open START-HERE.html.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reviewers a box that works in a dead venue: launcher, docs, code, video. The send/get ledger shows exactly what was sent and what came back. Doc-site builder detail in notes. Transition: what landed this week. Run: open the review ledger.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cache win with the baseline beside it: before, every repeat render paid Bedrock again; after, cache-hit repeats pay 0 invokes, live hit-rate pending (#308) so the claim stays honest. Canvas proof (#51) and RUM snippet stay stated-open in the handout, not promised. All numbers tracked in session-work/2026-09-30-backlog/inventory.md. Transition: the invitation. Run: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S01 promise kept, not on ports and paths. The reviewer ZIP START-HERE.html is the one-pager: live URL, one runnable command, reading path, and the dead-venue fallback. Reading path lives on the handout only. Thank them and take questions. Run: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